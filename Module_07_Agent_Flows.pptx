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143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07: Agent Flows and Deterministic Orchestration.
In Module 06, you built a reactive Copilot Studio agent that responds when users send messages. This module makes your agent proactive — able to initiate work on its own based on events and schedules.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module is structured around understanding the three types of Agent Flow triggers and when to use each type versus traditional Cloud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the six primary learning objectives for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distinction for this module is between reactive and proactive agents.
Reactive agents wait for users to send messages. The Module 06 agent is reactive — it only acts when a user asks a question.
Proactive agents initiate work on their own. They respond to events in your data or run on schedules without any user prompting.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Flows support three types of triggers that determine when and how the flow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Event-driven triggers fire when something happens in your Dataverse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Scheduled triggers run at specific times based on recurrence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Instant triggers are manually invoked — the user or another flow explicitly calls the Agent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critical decision in Power Platform automation is choosing between Agent Flows and Cloud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decision matrix to choose the right automation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orchestration ensures that Agent Flows behave predictably for business-critical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orchestration ensures predictability in business-critical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Understanding the difference between generative and deterministic orchestration helps you choose the right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consolidate the key takeaways from this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let's test your understanding of Agent Flows with three quick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are five best practices for Agent Flow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ahead, Module 08 adds human oversight to your autonomous Agent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attention throughout this module on Agent Flows and Deterministic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5806"/>
            <a:ext cx="3200400" cy="109728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315200" y="103922"/>
            <a:ext cx="1828800" cy="5486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39634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9634" y="137160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Flows &amp;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Orchestration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39634" y="2697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Making Agents Proactive with Event &amp; Schedule Triggers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9634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9634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– For Training Purposes Only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24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1097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3152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1115568"/>
            <a:ext cx="7223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Flows enable proactive automation by triggering agents from Dataverse events (record created, modified) or schedules (daily at 8 AM). Combined with deterministic orchestration, you can build reliable business processes.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468880" cy="2103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📘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1.5 hrs Theory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Triggers, orchestration patterns, decision matrix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468880"/>
            <a:ext cx="2468880" cy="2103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2.5 hrs Lab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3566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event-driven &amp; scheduled Agent Flows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468880"/>
            <a:ext cx="2468880" cy="21031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55080" y="2697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356616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agents that automate without human prompts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55280" y="48234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1247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12471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three types of Agent Flow triggers (event, schedule, instant)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71907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71907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Dataverse event triggers for record create/update/delete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7240" y="231343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31343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scheduled Agent Flows with recurrence patterns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9077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90779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the Agent Flow vs Cloud Flow decision matrix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5021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50215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deterministic orchestration patterns for reliability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40965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09651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 Agent Flows using activity traces and run history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5528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Reactive vs Proactive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3474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50292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Reactive Agent (Module 06)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Waits for user to send message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Responds to direct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User initiates all interactions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Perfect for: Q&amp;A, support, 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Example: "Show me open claims"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749040" cy="3474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749040" cy="502920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051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Agent (Module 07)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Initiates work without prompting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Responds to data events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Runs on schedules automatically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Perfect for: Automation, triage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Example: Auto-assign high-value claims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55280" y="4832169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Types of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Flow Triggers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Event-Driven, Scheduled, and Instant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27851" y="48691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Triggers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Triggered when something happens in Dataverse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Created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claim submitted, new customer registered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2984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6642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Auto-triage new claims based on amount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3042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Updated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changed, field modified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3042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6700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Notify manager when claim escalated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33101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Deleted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675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removed (soft or hard delete)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33101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6758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for compliance tracking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Events can be filtered by condition — e.g., only trigger when claim_amount &gt; 500000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955280" y="484965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Triggers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Triggered at specific times using recurrence patterns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29844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 8 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29844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Morning operations summary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193852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breach monitoring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on Monday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57860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Week-ahead planning report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2186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on 1st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21868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performance analytics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0080" y="38587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15 minutes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85876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Near-real-time queue monitoring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55280" y="48234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(Manual) Triggers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Triggered on-demand by users or other flows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 in Model-Driven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1325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Manager clicks "Generate Report" for a claim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685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Called from Cloud 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2103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 workflow invokes agent for AI reasoning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Triggered from Canvas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880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requests on-demand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685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Apps command bar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3657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Context-aware action on selected record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55280" y="48234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Flow vs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Flow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to Use Each Type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5528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Matrix: Agent Flow vs Cloud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743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868680"/>
            <a:ext cx="2743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Flow 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868680"/>
            <a:ext cx="27432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3504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Flow 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reasoning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4173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1325880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35040" y="14173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013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1892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decision-making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0" y="18013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91840" y="1892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801368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35040" y="189280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276856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48640" y="23682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276856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23682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276856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035040" y="23682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752344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8640" y="28437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branching logic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2752344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91840" y="28437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43600" y="2752344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035040" y="28437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227832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48640" y="3319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High-volume batch ops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3227832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91840" y="3319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3227832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035040" y="33192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70332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48640" y="3794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error handling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200400" y="370332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91840" y="3794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3703320"/>
            <a:ext cx="274320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035040" y="379476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178808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548640" y="42702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approval steps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200400" y="4178808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291840" y="42702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943600" y="4178808"/>
            <a:ext cx="2743200" cy="47548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035040" y="427024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955280" y="48234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Predictable Patterns for Business-Critical Flows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55280" y="484051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Deterministic Orchestration?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orchestration uses explicit rules and branching rather than AI interpretation. The flow follows the same path every time given the same inputs.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1214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Branching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12140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claim_amount &gt; 500000 then escalate, else standard review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70048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77977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Fixed Sequence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77977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→ Step 2 → Step 3 (no AI deviation)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Prompts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343814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generates text but flow controls the structure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86784"/>
            <a:ext cx="8229600" cy="56692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40965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Boundaries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409651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failures, retry with backoff, log all steps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5528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vs Deterministic Orchestration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749040" cy="3474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3749040" cy="502920"/>
          </a:xfrm>
          <a:prstGeom prst="rect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Generative (Module 06)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AI decides routing dynamically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Flexible, handles varied 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May take different paths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Best for: Q&amp;A, exploration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Trade-off: Less predictable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749040" cy="347472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749040" cy="502920"/>
          </a:xfrm>
          <a:prstGeom prst="rect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10515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(Module 07) 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Rules determine routing explicitly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Same input → same output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Predictable, auditable paths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Best for: Compliance, SLA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Trade-off: More rigid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955280" y="482491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98755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98755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Flows make agents proactive — they initiate work without user prompting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0876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trigger types: Event-driven, Scheduled, and Instant (manual)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02996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029968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triggers respond to Dataverse record create/update/delete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255117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551176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triggers run on recurrence patterns (daily, hourly, etc.)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99232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07238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072384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Agent Flows for AI reasoning; Cloud Flows for fixed logic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080" y="359359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593592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orchestration ensures predictable, auditable paths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114800"/>
            <a:ext cx="7406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Activity traces and run history are essential for debugging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48234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Check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your understanding with 3 quick questions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 before you click forward!</a:t>
            </a:r>
            <a:endParaRPr lang="en-US" sz="1200" dirty="0"/>
          </a:p>
        </p:txBody>
      </p:sp>
      <p:sp>
        <p:nvSpPr>
          <p:cNvPr id="7" name="Text 25">
            <a:extLst>
              <a:ext uri="{FF2B5EF4-FFF2-40B4-BE49-F238E27FC236}">
                <a16:creationId xmlns:a16="http://schemas.microsoft.com/office/drawing/2014/main" id="{412E9113-4883-FDED-960E-52CBA7344868}"/>
              </a:ext>
            </a:extLst>
          </p:cNvPr>
          <p:cNvSpPr/>
          <p:nvPr/>
        </p:nvSpPr>
        <p:spPr>
          <a:xfrm>
            <a:off x="7955280" y="48234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24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1 of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trigger type would you use to auto-triage new insurance claims?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 Scheduled trigger — run daily at midnight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 Event-driven trigger — when Dataverse record created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3467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 Instant trigger — button in canvas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95344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40050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 HTTP trigger — external API call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  |  Knowledge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55280" y="487505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1 — Answer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trigger type would you use to auto-triage new insurance claims?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 Scheduled trigger — run daily at midnight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7498080" cy="54864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 Event-driven trigger — when Dataverse record created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3467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 Instant trigger — button in canvas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95344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40050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 HTTP trigger — external API call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  |  Knowledge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55280" y="482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2 of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should you choose a Cloud Flow over an Agent Flow?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 When you need AI reasoning for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 When you need natural language output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3467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 When you need high-volume batch operations with fixed logic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95344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40050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 When you need dynamic decision-making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  |  Knowledge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9794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2 — Answer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should you choose a Cloud Flow over an Agent Flow?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 When you need AI reasoning for decisions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 When you need natural language output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7498080" cy="54864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3467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C.  When you need high-volume batch operations with fixed logic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95344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40050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 When you need dynamic decision-making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  |  Knowledge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55280" y="4864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3 of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main benefit of deterministic orchestration?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 It uses more AI reasoning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 Same input always produces same output — predictable and auditable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3467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 It runs faster than generative orchestration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95344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40050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 It requires no configuration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  |  Knowledge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24949" y="487063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3 — Answer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main benefit of deterministic orchestration?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0299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 It uses more AI reasoning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7498080" cy="54864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B.  Same input always produces same output — predictable and auditable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36976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14400" y="334670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 It runs faster than generative orchestration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95344"/>
            <a:ext cx="7498080" cy="5486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14400" y="40050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 It requires no configuration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07  |  Knowledge Check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55280" y="481845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Flow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at Trigger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conditions to avoid unnecessary runs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Idempotent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Re-running flow should produce same result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Boundaries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514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failures with Try-Catch scopes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" y="3246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246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all decisions for compliance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with Real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3977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production-like data in dev environment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55280" y="48234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08: Human-in-the-Loop Patterns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3152" cy="2377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05840" y="1600200"/>
            <a:ext cx="7223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Flows can initiate work automatically, but many business processes require human judgment before proceeding: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Approval gates for high-value transactions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Expert review for complex decisions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Exception handling when AI confidence is low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Compliance checkpoints for regulated processes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Escalation paths to human agents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Keep your Agent Flows from this module — Module 08 adds human approval gates to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48737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IN POWER PLATFORM  |  MODULE 07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55280" y="484051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Reach out to your instructor or post in the Teams channel.</a:t>
            </a:r>
            <a:endParaRPr lang="en-US" sz="1300" dirty="0"/>
          </a:p>
        </p:txBody>
      </p:sp>
      <p:sp>
        <p:nvSpPr>
          <p:cNvPr id="6" name="Text 25">
            <a:extLst>
              <a:ext uri="{FF2B5EF4-FFF2-40B4-BE49-F238E27FC236}">
                <a16:creationId xmlns:a16="http://schemas.microsoft.com/office/drawing/2014/main" id="{6B31EDD3-A144-3632-C5CF-2FB0546FB062}"/>
              </a:ext>
            </a:extLst>
          </p:cNvPr>
          <p:cNvSpPr/>
          <p:nvPr/>
        </p:nvSpPr>
        <p:spPr>
          <a:xfrm>
            <a:off x="7953829" y="47568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90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26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4-bc88714345d2}" enabled="1" method="Standard" siteId="{2243f965-7483-47b5-8481-26f2d02b5c3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1771</Words>
  <Application>Microsoft Office PowerPoint</Application>
  <PresentationFormat>On-screen Show (16:9)</PresentationFormat>
  <Paragraphs>304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07: Agent Flows &amp; Deterministic Orchestration</dc:title>
  <dc:subject>Agentic AI in Power Platform</dc:subject>
  <dc:creator>EY Training</dc:creator>
  <cp:lastModifiedBy>Jalal Khan</cp:lastModifiedBy>
  <cp:revision>8</cp:revision>
  <dcterms:created xsi:type="dcterms:W3CDTF">2026-02-05T11:41:42Z</dcterms:created>
  <dcterms:modified xsi:type="dcterms:W3CDTF">2026-02-05T18:42:05Z</dcterms:modified>
</cp:coreProperties>
</file>